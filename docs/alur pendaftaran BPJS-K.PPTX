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iQmqWrPn4vPibNHFSLQp4G55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e968cc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ae968c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e968ccf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ae968cc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simrscendana.id/bpjs-kesehatan/" TargetMode="External"/><Relationship Id="rId6" Type="http://schemas.openxmlformats.org/officeDocument/2006/relationships/hyperlink" Target="https://rsudam.lampungprov.go.id/detail-post/alur-administrasi-pasien-jkn-bpjs" TargetMode="External"/><Relationship Id="rId7" Type="http://schemas.openxmlformats.org/officeDocument/2006/relationships/hyperlink" Target="https://pusk1mendoyo.jembranakab.go.id/konten/alur-pendaftaran-pasie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simrscendana.id/bpjs-kesehatan/" TargetMode="External"/><Relationship Id="rId5" Type="http://schemas.openxmlformats.org/officeDocument/2006/relationships/hyperlink" Target="https://laporbpjs.com/syarat-daftar-peserta-bpjs-kesehatan-mandiri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imrscendana.id/bpjs-kesehatan/" TargetMode="External"/><Relationship Id="rId4" Type="http://schemas.openxmlformats.org/officeDocument/2006/relationships/hyperlink" Target="https://simrscendana.id/bpjs-kesehatan/" TargetMode="External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penimis.atlassian.net/wiki/spaces/OP/pages/1445953560/openIMIS+Database+Desig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Alur pendaftaran BPJS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38200" y="200283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Pendaftaran faskes (HFIS)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Pendaftaran menjadi peserta BPJS-K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Pendaftaran pasien BPJS-K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sudam.lampungprov.go.id/berkas/uploads/alur_aministrasi_jkn.png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579" y="2802193"/>
            <a:ext cx="8340421" cy="3844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usk1mendoyo.jembranakab.go.id/uploads/inventori/ALUR%20PENDAFTARAN.png" id="91" name="Google Shape;9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079" y="176980"/>
            <a:ext cx="5076825" cy="381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2"/>
          <p:cNvCxnSpPr/>
          <p:nvPr/>
        </p:nvCxnSpPr>
        <p:spPr>
          <a:xfrm>
            <a:off x="740229" y="3701143"/>
            <a:ext cx="3111300" cy="2344200"/>
          </a:xfrm>
          <a:prstGeom prst="bentConnector3">
            <a:avLst>
              <a:gd fmla="val -381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" name="Google Shape;93;p2"/>
          <p:cNvSpPr txBox="1"/>
          <p:nvPr/>
        </p:nvSpPr>
        <p:spPr>
          <a:xfrm>
            <a:off x="1518572" y="5588000"/>
            <a:ext cx="940514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Rujukan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5706763" y="919047"/>
            <a:ext cx="6242222" cy="57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Pendaftaran pasien dengan asuransi BPJS</a:t>
            </a:r>
            <a:br>
              <a:rPr lang="en-US" sz="2400" u="sng">
                <a:solidFill>
                  <a:schemeClr val="hlink"/>
                </a:solidFill>
                <a:hlinkClick r:id="rId5"/>
              </a:rPr>
            </a:br>
            <a:r>
              <a:rPr lang="en-US" sz="2400" u="sng">
                <a:solidFill>
                  <a:schemeClr val="hlink"/>
                </a:solidFill>
                <a:hlinkClick r:id="rId6"/>
              </a:rPr>
              <a:t>https://rsudam.lampungprov.go.id/detail-post/alur-administrasi-pasien-jkn-bpjs</a:t>
            </a:r>
            <a:br>
              <a:rPr lang="en-US" sz="2400"/>
            </a:br>
            <a:r>
              <a:rPr lang="en-US" sz="2400" u="sng">
                <a:solidFill>
                  <a:schemeClr val="hlink"/>
                </a:solidFill>
                <a:hlinkClick r:id="rId7"/>
              </a:rPr>
              <a:t>https://pusk1mendoyo.jembranakab.go.id/konten/alur-pendaftaran-pasien</a:t>
            </a:r>
            <a:r>
              <a:rPr lang="en-US" sz="2400"/>
              <a:t> </a:t>
            </a:r>
            <a:br>
              <a:rPr lang="en-US" sz="2400"/>
            </a:b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010" y="1197260"/>
            <a:ext cx="6199545" cy="338432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6"/>
            <a:ext cx="10515600" cy="57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br>
              <a:rPr lang="en-US" sz="2400"/>
            </a:br>
            <a:r>
              <a:rPr lang="en-US" sz="2400"/>
              <a:t>Pendaftaran peserta baru BPJS </a:t>
            </a:r>
            <a:br>
              <a:rPr lang="en-US" sz="2400" u="sng">
                <a:solidFill>
                  <a:schemeClr val="hlink"/>
                </a:solidFill>
                <a:hlinkClick r:id="rId4"/>
              </a:rPr>
            </a:br>
            <a:r>
              <a:rPr lang="en-US" sz="2400" u="sng">
                <a:solidFill>
                  <a:schemeClr val="hlink"/>
                </a:solidFill>
                <a:hlinkClick r:id="rId5"/>
              </a:rPr>
              <a:t>https://laporbpjs.com/syarat-daftar-peserta-bpjs-kesehatan-mandiri/</a:t>
            </a:r>
            <a:br>
              <a:rPr lang="en-US" sz="2400"/>
            </a:b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6"/>
            <a:ext cx="10515600" cy="57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Pendaftaran faskes </a:t>
            </a:r>
            <a:br>
              <a:rPr lang="en-US" sz="2800" u="sng">
                <a:solidFill>
                  <a:schemeClr val="hlink"/>
                </a:solidFill>
                <a:hlinkClick r:id="rId3"/>
              </a:rPr>
            </a:br>
            <a:r>
              <a:rPr lang="en-US" sz="2800" u="sng">
                <a:solidFill>
                  <a:schemeClr val="hlink"/>
                </a:solidFill>
                <a:hlinkClick r:id="rId4"/>
              </a:rPr>
              <a:t>https://simrscendana.id/bpjs-kesehatan/</a:t>
            </a:r>
            <a:r>
              <a:rPr lang="en-US" sz="2800"/>
              <a:t> </a:t>
            </a:r>
            <a:endParaRPr sz="2800"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3792" y="1540624"/>
            <a:ext cx="2100994" cy="5252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e968ccf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 seputar OpenIMIS</a:t>
            </a:r>
            <a:endParaRPr/>
          </a:p>
        </p:txBody>
      </p:sp>
      <p:sp>
        <p:nvSpPr>
          <p:cNvPr id="112" name="Google Shape;112;g3bae968ccf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Basisdata openIMIS: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https://openimis.atlassian.net/wiki/spaces/OP/pages/1445953560/openIMIS+Database+Design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bae968ccf2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363" y="1195388"/>
            <a:ext cx="6391275" cy="44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2026-01-20T02:52:35Z</dcterms:created>
  <dc:creator>Microsoft account</dc:creator>
</cp:coreProperties>
</file>